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🇲🇾 ペナンデジタルノマド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D700"/>
                </a:solidFill>
              </a:defRPr>
            </a:pPr>
            <a:r>
              <a:t>2ヶ月間 完全計画書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</a:defRPr>
            </a:pPr>
            <a:r>
              <a:t>2026年6月16日（火）〜 8月26日（水）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CCCCC"/>
                </a:solidFill>
              </a:defRPr>
            </a:pPr>
            <a:r>
              <a:t>人数：大人1名 ｜ スタイル：デジタルノマド（単身滞在）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3A5F"/>
                </a:solidFill>
              </a:defRPr>
            </a:pPr>
            <a:r>
              <a:t>📋 目次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188720"/>
            <a:ext cx="365760" cy="3657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1188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</a:defRPr>
            </a:pPr>
            <a:r>
              <a:t>旅費・滞在費 見積もり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¥400,000（ミドルプラン）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627632"/>
            <a:ext cx="365760" cy="3657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62763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</a:defRPr>
            </a:pPr>
            <a:r>
              <a:t>2ヶ月間 滞在計画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162763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週別スケジュール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2066543"/>
            <a:ext cx="365760" cy="3657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066543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</a:defRPr>
            </a:pPr>
            <a:r>
              <a:t>往路ルート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066543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妙典駅→成田空港→ペナン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505456"/>
            <a:ext cx="365760" cy="3657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505456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</a:defRPr>
            </a:pPr>
            <a:r>
              <a:t>復路ルート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250545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ペナン→成田空港→妙典駅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2944368"/>
            <a:ext cx="365760" cy="3657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294436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</a:defRPr>
            </a:pPr>
            <a:r>
              <a:t>成田空港ガイド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294436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第1ターミナル南ウイング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3383280"/>
            <a:ext cx="365760" cy="3657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3383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</a:defRPr>
            </a:pPr>
            <a:r>
              <a:t>シンガポール乗り継ぎ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3383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チャンギ空港5h20m待機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3822191"/>
            <a:ext cx="365760" cy="3657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822191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</a:defRPr>
            </a:pPr>
            <a:r>
              <a:t>ペナン到着後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3822191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入国・Grab・宿泊先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" y="4261104"/>
            <a:ext cx="365760" cy="3657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4261104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</a:defRPr>
            </a:pPr>
            <a:r>
              <a:t>宿泊先詳細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4261104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Bayan Lepas Airbnb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" y="4700016"/>
            <a:ext cx="365760" cy="3657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4700016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</a:defRPr>
            </a:pPr>
            <a:r>
              <a:t>コワーキング・カフェ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0" y="470001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作業環境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0" y="5138928"/>
            <a:ext cx="365760" cy="3657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3040" y="513892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</a:defRPr>
            </a:pPr>
            <a:r>
              <a:t>おすすめ飲食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513892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ローカルフード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4400" y="5577840"/>
            <a:ext cx="365760" cy="3657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63040" y="55778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</a:defRPr>
            </a:pPr>
            <a:r>
              <a:t>観光スポット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0" y="55778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ジョージタウン等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6016751"/>
            <a:ext cx="365760" cy="3657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63040" y="6016751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</a:defRPr>
            </a:pPr>
            <a:r>
              <a:t>持ち物チェックリスト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6016751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パッキングリスト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3A5F"/>
                </a:solidFill>
              </a:defRPr>
            </a:pPr>
            <a:r>
              <a:t>💰 旅費・滞在費 見積もり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109728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3429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プラン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総額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1日あたり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宿泊レベル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🟢 予算（Budget）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¥250,000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¥3,470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シェアハウス</a:t>
                      </a:r>
                    </a:p>
                  </a:txBody>
                  <a:tcPr anchor="ctr"/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🟡 ミドル（Comfort）</a:t>
                      </a:r>
                    </a:p>
                  </a:txBody>
                  <a:tcPr anchor="ctr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¥400,000</a:t>
                      </a:r>
                    </a:p>
                  </a:txBody>
                  <a:tcPr anchor="ctr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¥5,560</a:t>
                      </a:r>
                    </a:p>
                  </a:txBody>
                  <a:tcPr anchor="ctr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Airbnb 1BR</a:t>
                      </a:r>
                    </a:p>
                  </a:txBody>
                  <a:tcPr anchor="ctr">
                    <a:solidFill>
                      <a:srgbClr val="FFF3CD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🔴 贅沢（Premium）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¥550,000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¥7,640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高級コンド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27432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3A5F"/>
                </a:solidFill>
              </a:defRPr>
            </a:pPr>
            <a:r>
              <a:t>ミドルプラン 費目別詳細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3200400"/>
          <a:ext cx="5486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</a:tblGrid>
              <a:tr h="355600"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費目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金額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t>航空券（往復）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¥63,735</a:t>
                      </a:r>
                    </a:p>
                  </a:txBody>
                  <a:tcPr/>
                </a:tc>
              </a:tr>
              <a:tr h="355600">
                <a:tc>
                  <a:txBody>
                    <a:bodyPr/>
                    <a:lstStyle/>
                    <a:p>
                      <a:r>
                        <a:t>宿泊（2ヶ月）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¥134,696</a:t>
                      </a:r>
                    </a:p>
                  </a:txBody>
                  <a:tcPr/>
                </a:tc>
              </a:tr>
              <a:tr h="355600">
                <a:tc>
                  <a:txBody>
                    <a:bodyPr/>
                    <a:lstStyle/>
                    <a:p>
                      <a:r>
                        <a:t>食費（72日）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¥180,000</a:t>
                      </a:r>
                    </a:p>
                  </a:txBody>
                  <a:tcPr/>
                </a:tc>
              </a:tr>
              <a:tr h="355600">
                <a:tc>
                  <a:txBody>
                    <a:bodyPr/>
                    <a:lstStyle/>
                    <a:p>
                      <a:r>
                        <a:t>交通費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¥14,400</a:t>
                      </a:r>
                    </a:p>
                  </a:txBody>
                  <a:tcPr/>
                </a:tc>
              </a:tr>
              <a:tr h="355600">
                <a:tc>
                  <a:txBody>
                    <a:bodyPr/>
                    <a:lstStyle/>
                    <a:p>
                      <a:r>
                        <a:t>SIM/eSIM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¥1,500</a:t>
                      </a:r>
                    </a:p>
                  </a:txBody>
                  <a:tcPr/>
                </a:tc>
              </a:tr>
              <a:tr h="355600">
                <a:tc>
                  <a:txBody>
                    <a:bodyPr/>
                    <a:lstStyle/>
                    <a:p>
                      <a:r>
                        <a:t>海外旅行保険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¥8,000</a:t>
                      </a:r>
                    </a:p>
                  </a:txBody>
                  <a:tcPr/>
                </a:tc>
              </a:tr>
              <a:tr h="355600">
                <a:tc>
                  <a:txBody>
                    <a:bodyPr/>
                    <a:lstStyle/>
                    <a:p>
                      <a:r>
                        <a:t>雑費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¥21,600</a:t>
                      </a:r>
                    </a:p>
                  </a:txBody>
                  <a:tcPr/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合計</a:t>
                      </a:r>
                    </a:p>
                  </a:txBody>
                  <a:tcPr>
                    <a:solidFill>
                      <a:srgbClr val="E85D0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¥466,331</a:t>
                      </a:r>
                    </a:p>
                  </a:txBody>
                  <a:tcPr>
                    <a:solidFill>
                      <a:srgbClr val="E85D0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3A5F"/>
                </a:solidFill>
              </a:defRPr>
            </a:pPr>
            <a:r>
              <a:t>📅 2ヶ月間 滞在計画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22860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6月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1371600"/>
            <a:ext cx="22860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7月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371600"/>
            <a:ext cx="22860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8月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86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3A5F"/>
                </a:solidFill>
              </a:defRPr>
            </a:pPr>
            <a:r>
              <a:t>週別スケジュール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2743200"/>
          <a:ext cx="10972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32509"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期間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日付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32509">
                <a:tc>
                  <a:txBody>
                    <a:bodyPr/>
                    <a:lstStyle/>
                    <a:p>
                      <a:r>
                        <a:t>第1週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6/16〜6/22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到着・セットアップ</a:t>
                      </a:r>
                    </a:p>
                  </a:txBody>
                  <a:tcPr/>
                </a:tc>
              </a:tr>
              <a:tr h="332509">
                <a:tc>
                  <a:txBody>
                    <a:bodyPr/>
                    <a:lstStyle/>
                    <a:p>
                      <a:r>
                        <a:t>第2週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6/23〜6/29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生活リズム確立</a:t>
                      </a:r>
                    </a:p>
                  </a:txBody>
                  <a:tcPr/>
                </a:tc>
              </a:tr>
              <a:tr h="332509">
                <a:tc>
                  <a:txBody>
                    <a:bodyPr/>
                    <a:lstStyle/>
                    <a:p>
                      <a:r>
                        <a:t>第3週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6/30〜7/6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ローカル体験</a:t>
                      </a:r>
                    </a:p>
                  </a:txBody>
                  <a:tcPr/>
                </a:tc>
              </a:tr>
              <a:tr h="332509">
                <a:tc>
                  <a:txBody>
                    <a:bodyPr/>
                    <a:lstStyle/>
                    <a:p>
                      <a:r>
                        <a:t>第4週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7/7〜7/13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観光充実</a:t>
                      </a:r>
                    </a:p>
                  </a:txBody>
                  <a:tcPr/>
                </a:tc>
              </a:tr>
              <a:tr h="332509">
                <a:tc>
                  <a:txBody>
                    <a:bodyPr/>
                    <a:lstStyle/>
                    <a:p>
                      <a:r>
                        <a:t>第5週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7/14〜7/20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集中作業</a:t>
                      </a:r>
                    </a:p>
                  </a:txBody>
                  <a:tcPr/>
                </a:tc>
              </a:tr>
              <a:tr h="332509">
                <a:tc>
                  <a:txBody>
                    <a:bodyPr/>
                    <a:lstStyle/>
                    <a:p>
                      <a:r>
                        <a:t>第6週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7/21〜7/27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週末アクティビティ</a:t>
                      </a:r>
                    </a:p>
                  </a:txBody>
                  <a:tcPr/>
                </a:tc>
              </a:tr>
              <a:tr h="332509">
                <a:tc>
                  <a:txBody>
                    <a:bodyPr/>
                    <a:lstStyle/>
                    <a:p>
                      <a:r>
                        <a:t>第7週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7/28〜8/3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穴場探索</a:t>
                      </a:r>
                    </a:p>
                  </a:txBody>
                  <a:tcPr/>
                </a:tc>
              </a:tr>
              <a:tr h="332509">
                <a:tc>
                  <a:txBody>
                    <a:bodyPr/>
                    <a:lstStyle/>
                    <a:p>
                      <a:r>
                        <a:t>第8週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8/4〜8/10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お土産探し</a:t>
                      </a:r>
                    </a:p>
                  </a:txBody>
                  <a:tcPr/>
                </a:tc>
              </a:tr>
              <a:tr h="332509">
                <a:tc>
                  <a:txBody>
                    <a:bodyPr/>
                    <a:lstStyle/>
                    <a:p>
                      <a:r>
                        <a:t>第9週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8/11〜8/17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ラストスパート</a:t>
                      </a:r>
                    </a:p>
                  </a:txBody>
                  <a:tcPr/>
                </a:tc>
              </a:tr>
              <a:tr h="332510">
                <a:tc>
                  <a:txBody>
                    <a:bodyPr/>
                    <a:lstStyle/>
                    <a:p>
                      <a:r>
                        <a:t>第10週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8/18〜8/26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帰国準備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3A5F"/>
                </a:solidFill>
              </a:defRPr>
            </a:pPr>
            <a:r>
              <a:t>🚃 往路ルート：妙典駅→成田空港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371600"/>
            <a:ext cx="2286000" cy="9144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妙典駅（T21）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05:14発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E85D04"/>
                </a:solidFill>
              </a:defRPr>
            </a:pPr>
            <a: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0" y="1371600"/>
            <a:ext cx="2286000" cy="9144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本八幡駅（BZ）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6459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05:17着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E85D04"/>
                </a:solidFill>
              </a:defRPr>
            </a:pPr>
            <a: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371600"/>
            <a:ext cx="2286000" cy="9144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京成八幡駅（H07）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6459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徒歩5分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E85D04"/>
                </a:solidFill>
              </a:defRPr>
            </a:pPr>
            <a: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0" y="1371600"/>
            <a:ext cx="2286000" cy="9144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成田空港駅（NRT）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16459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06:42着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743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5D04"/>
                </a:solidFill>
              </a:defRPr>
            </a:pPr>
            <a:r>
              <a:t>⚠️ 注意事項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200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朝ラッシュ（6:30-8:30）は踏切閉塞1時間中31分間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566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京成本線 片道約¥1,200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931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約1時間28分で成田空港到着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3A5F"/>
                </a:solidFill>
              </a:defRPr>
            </a:pPr>
            <a:r>
              <a:t>🚃 復路ルート：ペナン→成田空港→妙典駅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2011680" cy="9144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ペナン空港（PEN）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17:50発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15544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85D04"/>
                </a:solidFill>
              </a:defRPr>
            </a:pPr>
            <a: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1371600"/>
            <a:ext cx="2011680" cy="9144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1371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シンガポール（SIN）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6459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19:25着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5544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85D04"/>
                </a:solidFill>
              </a:defRPr>
            </a:pPr>
            <a: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1371600"/>
            <a:ext cx="2011680" cy="9144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0" y="1371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シンガポール（SIN）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16459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23:05発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5544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85D04"/>
                </a:solidFill>
              </a:defRPr>
            </a:pPr>
            <a: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1371600"/>
            <a:ext cx="2011680" cy="9144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0" y="1371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成田空港（NRT）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16459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07:05+1着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15544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85D04"/>
                </a:solidFill>
              </a:defRPr>
            </a:pPr>
            <a: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01200" y="1371600"/>
            <a:ext cx="2011680" cy="9144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0" y="1371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妙典駅（T21）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16459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09:00頃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743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5D04"/>
                </a:solidFill>
              </a:defRPr>
            </a:pPr>
            <a:r>
              <a:t>⚠️ 復路のポイント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00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ペナン→シンガポール 1時間35分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566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シンガポール空港で3時間40分待機（Jewel散策可能）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931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シンガポール→成田 7時間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297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翌朝07:05成田着→JRで妙典駅まで約2時間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3A5F"/>
                </a:solidFill>
              </a:defRPr>
            </a:pPr>
            <a:r>
              <a:t>✈️ 成田空港 第1ターミナル 南ウイング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3A5F"/>
                </a:solidFill>
              </a:defRPr>
            </a:pPr>
            <a:r>
              <a:t>フロア構造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45920"/>
          <a:ext cx="5486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</a:tblGrid>
              <a:tr h="457200">
                <a:tc>
                  <a:txBody>
                    <a:bodyPr/>
                    <a:lstStyle/>
                    <a:p>
                      <a:r>
                        <a:t>5F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レストラン・ショップ・展望デッキ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4F</a:t>
                      </a:r>
                    </a:p>
                  </a:txBody>
                  <a:tcPr>
                    <a:solidFill>
                      <a:srgbClr val="E85D0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出発ロビー（チェックイン）← スクートは南ウイングIゾーン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3F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出国審査 → 搭乗ゲート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1F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到着ロビー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B1F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JR・京成 成田空港駅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3A5F"/>
                </a:solidFill>
              </a:defRPr>
            </a:pPr>
            <a:r>
              <a:t>スクート チェックインフロー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645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① 4F 南ウイング Iゾーン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② チェックインカウンター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3774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③ 手荷物預け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743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④ 4F 保安検査場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1089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⑤ 3F 出国審査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474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⑥ 3F 搭乗ゲート（約15分）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114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3A5F"/>
                </a:solidFill>
              </a:defRPr>
            </a:pPr>
            <a:r>
              <a:t>朝7時台の出国審査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手荷物検査：約10分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892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出国審査：約2分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212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搭乗ゲートまで：約15分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5321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合計：約30分で搭乗ゲート到着可能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3A5F"/>
                </a:solidFill>
              </a:defRPr>
            </a:pPr>
            <a:r>
              <a:t>🇸🇬 シンガポール乗り継ぎガイド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3A5F"/>
                </a:solidFill>
              </a:defRPr>
            </a:pPr>
            <a:r>
              <a:t>往路（6/16）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到着：14:35（チャンギ空港）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659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出発：19:55（同ターミナル）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待機時間：5時間20分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3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ターミナル：T1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3A5F"/>
                </a:solidFill>
              </a:defRPr>
            </a:pPr>
            <a:r>
              <a:t>復路（8/26）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6459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到着：19:25（チャンギ空港）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9659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出発：23:05（同ターミナル）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860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待機時間：3時間40分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60603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ターミナル：T1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200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3A5F"/>
                </a:solidFill>
              </a:defRPr>
            </a:pPr>
            <a:r>
              <a:t>💎 散策スポット：Jewel Changi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657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世界最大級の室内庭園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77639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フォール（滝）：高さ40m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2976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免税店・レストラン多数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6177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入場無料（一部有料施設あり）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5D04"/>
                </a:solidFill>
              </a:defRPr>
            </a:pPr>
            <a:r>
              <a:t>💡 乗り継ぎのコツ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486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SG Arrival Card 事前提出推奨（入国審査スムーズに）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8064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ターミナル内の電動カート利用可能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1264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搭乗開始は出発40分前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3A5F"/>
                </a:solidFill>
              </a:defRPr>
            </a:pPr>
            <a:r>
              <a:t>🇲🇾 ペナン到着後の流れ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2560320" cy="109728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① 入国審査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MDAC確認（事前提出済み）</a:t>
            </a:r>
            <a:br/>
            <a:r>
              <a:t>パスポート提示</a:t>
            </a:r>
            <a:br/>
            <a:r>
              <a:t>入国スタンプ</a:t>
            </a:r>
          </a:p>
        </p:txBody>
      </p:sp>
      <p:sp>
        <p:nvSpPr>
          <p:cNvPr id="6" name="Rectangle 5"/>
          <p:cNvSpPr/>
          <p:nvPr/>
        </p:nvSpPr>
        <p:spPr>
          <a:xfrm>
            <a:off x="3383280" y="1371600"/>
            <a:ext cx="2560320" cy="109728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13716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② 手荷物受取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73736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カウンター番号確認</a:t>
            </a:r>
            <a:br/>
            <a:r>
              <a:t>荷物到着待ち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371600"/>
            <a:ext cx="2560320" cy="109728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3716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③ カウンター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73736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現地SIM購入可能</a:t>
            </a:r>
            <a:br/>
            <a:r>
              <a:t>両替コーナー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35440" y="1371600"/>
            <a:ext cx="2560320" cy="109728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0" y="13716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④ Grab配車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173736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アプリで配車</a:t>
            </a:r>
            <a:br/>
            <a:r>
              <a:t>RM15-20（¥470-630）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926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3A5F"/>
                </a:solidFill>
              </a:defRPr>
            </a:pPr>
            <a:r>
              <a:t>🚗 Grab バヤン・レパスへのアクセス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3832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ペナン空港到着ロビー出口で配車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03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料金：RM15〜20（¥470〜630）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023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時間：約15分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343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宿泊先到着後、チェックイン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5D04"/>
                </a:solidFill>
              </a:defRPr>
            </a:pPr>
            <a:r>
              <a:t>📋 MDAC（Malaysia Digital Arrival Card）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486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申請URL：https://imigresen-online.imi.gov.my/mdac/main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到着72時間前までに提出必須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1264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無料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パスポート情報・滞在先・渡航目的を入力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3A5F"/>
                </a:solidFill>
              </a:defRPr>
            </a:pPr>
            <a:r>
              <a:t>🏠 宿泊先詳細：Bayan Lepas Airbnb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3A5F"/>
                </a:solidFill>
              </a:defRPr>
            </a:pPr>
            <a:r>
              <a:t>物件情報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名前：SPICE/FTZマスタールーム、専用トイレ＆駐車場付き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659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場所：マレーシア、ペナン、バヤン・レパス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評価：★4.55（レビュー11件）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3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チェックイン：2026/6/16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26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チェックアウト：2026/8/26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461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人数：1人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3A5F"/>
                </a:solidFill>
              </a:defRPr>
            </a:pPr>
            <a:r>
              <a:t>料金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6459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通常料金：¥128,366/月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9659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割引後：¥67,348/月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2860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割引率：48% OFF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0603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2ヶ月合計：¥134,696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657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3A5F"/>
                </a:solidFill>
              </a:defRPr>
            </a:pPr>
            <a:r>
              <a:t>設備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114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✅ 仕事用スペース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4114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✅ セルフチェックイン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4114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✅ アイロン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4114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✅ 無料駐車スペース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480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✅ プール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4480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✅ ベッド1個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4480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✅ 個室内のゲスト専用バスルーム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4480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✅ ペナン国立公園の中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3A5F"/>
                </a:solidFill>
              </a:defRPr>
            </a:pPr>
            <a:r>
              <a:t>ホスト情報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486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ホスト名：Ckさん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8064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ホスティング歴：7年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3A5F"/>
                </a:solidFill>
              </a:defRPr>
            </a:pPr>
            <a:r>
              <a:t>💻 コワーキング・カフェ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3A5F"/>
                </a:solidFill>
              </a:defRPr>
            </a:pPr>
            <a:r>
              <a:t>コワーキングスペース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45920"/>
          <a:ext cx="5486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</a:tblGrid>
              <a:tr h="342900"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施設名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Wi-Fi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料金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エリア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t>MSOGO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500Mbps+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¥3,000/月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ジョージタウン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t>Common Ground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300Mbps+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¥2,500/月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ジョージタウン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t>The Coffee Commune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200Mbps+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ドリンクのみ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バヤン・レパス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3A5F"/>
                </a:solidFill>
              </a:defRPr>
            </a:pPr>
            <a:r>
              <a:t>おすすめカフェ（作業向き）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645920"/>
          <a:ext cx="5486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</a:tblGrid>
              <a:tr h="342900"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カフェ名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Wi-Fi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電源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住所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t>China House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速い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あり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ジョージタウン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t>Satchworks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速い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あり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ジョージタウン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t>Macallum Connoisseurs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速い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あり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ジョージタウン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3A5F"/>
                </a:solidFill>
              </a:defRPr>
            </a:pPr>
            <a:r>
              <a:t>月〜金のルーティン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31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07:00 起床・朝食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3931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08:00-12:00 コワーキング/カフェで作業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3931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12:00-13:00 昼食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3931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13:00-17:00 作業 or 観光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297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17:00-18:00 urchases（スーパー）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4297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18:00-19:00 夕食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4297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19:00-22:00 自由時間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4297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22:00 就寝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3A5F"/>
                </a:solidFill>
              </a:defRPr>
            </a:pPr>
            <a:r>
              <a:t>🍜 おすすめ飲食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3A5F"/>
                </a:solidFill>
              </a:defRPr>
            </a:pPr>
            <a:r>
              <a:t>ローカルフード（1食RM8〜15 / ¥250〜470）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45920"/>
          <a:ext cx="5486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381000"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料理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値段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おすすめ店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t>ペナン・ローク mee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RM8〜12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平安楼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r>
                        <a:t>アサム・ラクサ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RM8〜12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新峰肉骨茶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r>
                        <a:t>ナシ・レマ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RM8〜12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バーミーコーヒー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r>
                        <a:t>チキン・リース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RM10〜15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ナナバーミーコーヒー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r>
                        <a:t>ペナン・カレー・ミー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RM8〜12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月光バーミーコーヒー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3A5F"/>
                </a:solidFill>
              </a:defRPr>
            </a:pPr>
            <a:r>
              <a:t>レストラン（RM20〜50 / ¥630〜1,580）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645920"/>
          <a:ext cx="5486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342900"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店名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料理ジャンル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特徴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t>竹の子ベトナム料理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ベトナム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安くて美味しい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t>太興咖啡室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カンボジアン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カフェ併設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t>Red Garden Food Paradise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フードコート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多国籍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389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5D04"/>
                </a:solidFill>
              </a:defRPr>
            </a:pPr>
            <a:r>
              <a:t>💡 食事のコツ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46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朝食はバーミーコーヒーがおすすめ（ローカル定番）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166359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夕食はナイトマーケットで Various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486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スーパーで食材を購入し、自炊も可能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8064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タイ料理も人気（タイ国境近く）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3A5F"/>
                </a:solidFill>
              </a:defRPr>
            </a:pPr>
            <a:r>
              <a:t>🏛️ おすすめ観光スポット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2560320" cy="13716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ジョージタウン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世界遺産の歴史地区</a:t>
            </a:r>
            <a:br/>
            <a:r>
              <a:t>美しい壁画が点在</a:t>
            </a:r>
            <a:br/>
            <a:r>
              <a:t>カフェ・ショップ多数</a:t>
            </a:r>
          </a:p>
        </p:txBody>
      </p:sp>
      <p:sp>
        <p:nvSpPr>
          <p:cNvPr id="6" name="Rectangle 5"/>
          <p:cNvSpPr/>
          <p:nvPr/>
        </p:nvSpPr>
        <p:spPr>
          <a:xfrm>
            <a:off x="3383280" y="1371600"/>
            <a:ext cx="2560320" cy="13716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13716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ペナンヒル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73736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標高833mの山</a:t>
            </a:r>
            <a:br/>
            <a:r>
              <a:t>標高833mの山</a:t>
            </a:r>
            <a:br/>
            <a:r>
              <a:t>ロープウェイで登山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371600"/>
            <a:ext cx="2560320" cy="13716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3716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バトゥーフェリンビーチ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73736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ペナン最大のビーチ</a:t>
            </a:r>
            <a:br/>
            <a:r>
              <a:t>アクティビティ充実</a:t>
            </a:r>
            <a:br/>
            <a:r>
              <a:t>サンセットが美しい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35440" y="1371600"/>
            <a:ext cx="2560320" cy="13716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0" y="13716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クライマス洞窟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173736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仏教寺院</a:t>
            </a:r>
            <a:br/>
            <a:r>
              <a:t>洞窟の中にある寺院</a:t>
            </a:r>
            <a:br/>
            <a:r>
              <a:t>スリル満点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200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3A5F"/>
                </a:solidFill>
              </a:defRPr>
            </a:pPr>
            <a:r>
              <a:t>週末のおすすめアクティビティ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57200" y="365760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249381"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期間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おすすめアクティビティ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249381">
                <a:tc>
                  <a:txBody>
                    <a:bodyPr/>
                    <a:lstStyle/>
                    <a:p>
                      <a:r>
                        <a:t>第1週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ジョージタウン壁画巡り、ペナンヒル</a:t>
                      </a:r>
                    </a:p>
                  </a:txBody>
                  <a:tcPr/>
                </a:tc>
              </a:tr>
              <a:tr h="249381">
                <a:tc>
                  <a:txBody>
                    <a:bodyPr/>
                    <a:lstStyle/>
                    <a:p>
                      <a:r>
                        <a:t>第2週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バトゥーフェリンビーチ、海上マスジット</a:t>
                      </a:r>
                    </a:p>
                  </a:txBody>
                  <a:tcPr/>
                </a:tc>
              </a:tr>
              <a:tr h="249381">
                <a:tc>
                  <a:txBody>
                    <a:bodyPr/>
                    <a:lstStyle/>
                    <a:p>
                      <a:r>
                        <a:t>第3週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クライマス洞窟、ゴッテンテンプル</a:t>
                      </a:r>
                    </a:p>
                  </a:txBody>
                  <a:tcPr/>
                </a:tc>
              </a:tr>
              <a:tr h="249381">
                <a:tc>
                  <a:txBody>
                    <a:bodyPr/>
                    <a:lstStyle/>
                    <a:p>
                      <a:r>
                        <a:t>第4週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ペナン国立公園トレイル、バターワース散策</a:t>
                      </a:r>
                    </a:p>
                  </a:txBody>
                  <a:tcPr/>
                </a:tc>
              </a:tr>
              <a:tr h="249381">
                <a:tc>
                  <a:txBody>
                    <a:bodyPr/>
                    <a:lstStyle/>
                    <a:p>
                      <a:r>
                        <a:t>第5週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ケッピングNature Reserve、マーライ・パダー</a:t>
                      </a:r>
                    </a:p>
                  </a:txBody>
                  <a:tcPr/>
                </a:tc>
              </a:tr>
              <a:tr h="249381">
                <a:tc>
                  <a:txBody>
                    <a:bodyPr/>
                    <a:lstStyle/>
                    <a:p>
                      <a:r>
                        <a:t>第6週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ペナン・バトル・トラック、アーケードゲーム</a:t>
                      </a:r>
                    </a:p>
                  </a:txBody>
                  <a:tcPr/>
                </a:tc>
              </a:tr>
              <a:tr h="249381">
                <a:tc>
                  <a:txBody>
                    <a:bodyPr/>
                    <a:lstStyle/>
                    <a:p>
                      <a:r>
                        <a:t>第7週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タイ佛教寺院、中国寺院巡り</a:t>
                      </a:r>
                    </a:p>
                  </a:txBody>
                  <a:tcPr/>
                </a:tc>
              </a:tr>
              <a:tr h="249381">
                <a:tc>
                  <a:txBody>
                    <a:bodyPr/>
                    <a:lstStyle/>
                    <a:p>
                      <a:r>
                        <a:t>第8週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ペナン浮き市場、ローカルフードツアー</a:t>
                      </a:r>
                    </a:p>
                  </a:txBody>
                  <a:tcPr/>
                </a:tc>
              </a:tr>
              <a:tr h="249381">
                <a:tc>
                  <a:txBody>
                    <a:bodyPr/>
                    <a:lstStyle/>
                    <a:p>
                      <a:r>
                        <a:t>第9週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お土産探し、ラスト観光</a:t>
                      </a:r>
                    </a:p>
                  </a:txBody>
                  <a:tcPr/>
                </a:tc>
              </a:tr>
              <a:tr h="249390">
                <a:tc>
                  <a:txBody>
                    <a:bodyPr/>
                    <a:lstStyle/>
                    <a:p>
                      <a:r>
                        <a:t>第10週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帰国準備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3A5F"/>
                </a:solidFill>
              </a:defRPr>
            </a:pPr>
            <a:r>
              <a:t>🧳 持ち物チェックリスト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256032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衣服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Tシャツ（7枚）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488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半ズボン（4本）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68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長ズボン（1本）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88919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羽織り（冷房対策）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水着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4290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サンダル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749039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スニーカー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371600"/>
            <a:ext cx="256032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13716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貴重品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18288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パスポート（コピーも携帯）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21488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航空券控え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468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保険証券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2788919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クレジットカード（2枚以上）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31089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現金（日本円・マレーシアリンギット）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1371600"/>
            <a:ext cx="256032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13716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電子機器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18288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ノートPC＋充電器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1488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スマホ＋充電ケーブル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468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モバイルバッテリー（10,000mAh〜）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2788919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変換プラグ（Gタイプ）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1371600"/>
            <a:ext cx="256032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0" y="13716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日用品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18288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常備薬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1488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日焼け止め（SPF50+）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2468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虫除けスプレー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0" y="2788919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折りたたみ傘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5D04"/>
                </a:solidFill>
              </a:defRPr>
            </a:pPr>
            <a:r>
              <a:t>📋 出発前チェックリスト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0292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パスポート（残存期間確認済み）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50292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航空券（控え／スマホ画面可）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50292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海外旅行保険証券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3492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クレジットカード（2枚以上推奨）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0" y="53492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現金（日本円・マレーシアリンギット）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53492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ノートPC + 充電器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56692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スマホ + 充電ケーブル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0" y="56692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モバイルバッテリー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0" y="56692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変換プラグ（マレーシアはGタイプ）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59893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常備薬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0" y="59893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日焼け止め・虫除け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0" y="59893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折りたたみ傘（雨季です）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🇲🇾 ペナンデジタルノマド 2ヶ月間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D700"/>
                </a:solidFill>
              </a:defRPr>
            </a:pPr>
            <a:r>
              <a:t>2026年6月16日（火）〜 8月26日（水）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</a:defRPr>
            </a:pPr>
            <a:r>
              <a:t>✈️ 往復航空券：¥63,735（スクート）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</a:defRPr>
            </a:pPr>
            <a:r>
              <a:t>🏠 宿泊：¥134,696（2ヶ月）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</a:defRPr>
            </a:pPr>
            <a:r>
              <a:t>💰 総額：約¥400,000（ミドルプラン）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</a:defRPr>
            </a:pPr>
            <a:r>
              <a:t>📍 場所：バヤン・レパス、ペナン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486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D700"/>
                </a:solidFill>
              </a:defRPr>
            </a:pPr>
            <a:r>
              <a:t>楽しいペナン生活を！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