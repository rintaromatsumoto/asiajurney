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🇲🇾 ペナンデジタルノマド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2ヶ月間 完全計画書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2026年6月16日（火）〜 8月26日（水）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人数：大人1名 ｜ スタイル：デジタルノマド（単身滞在）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</a:defRPr>
            </a:pPr>
            <a:r>
              <a:t>📋 目次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365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旅費・滞在費 見積もり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¥400,000（ミドルプラン）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27632"/>
            <a:ext cx="365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2ヶ月間 滞在計画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276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週別スケジュール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66543"/>
            <a:ext cx="365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6654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往路ルート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066543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妙典駅→成田空港→ペナン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05456"/>
            <a:ext cx="365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054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復路ルート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5054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ペナン→成田空港→妙典駅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944368"/>
            <a:ext cx="365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944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成田空港ガイド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9443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第1ターミナル南ウイング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383280"/>
            <a:ext cx="365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シンガポール乗り継ぎ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チャンギ空港5h20m待機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822191"/>
            <a:ext cx="365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2219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ペナン到着後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82219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入国・Grab・宿泊先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261104"/>
            <a:ext cx="365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611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宿泊先詳細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2611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Bayan Lepas Airbnb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700016"/>
            <a:ext cx="365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7000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コワーキング・カフェ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7000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作業環境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138928"/>
            <a:ext cx="365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1389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おすすめ飲食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1389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ローカルフード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577840"/>
            <a:ext cx="365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観光スポット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ジョージタウン等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6016751"/>
            <a:ext cx="365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601675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持ち物チェックリスト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01675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パッキングリスト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</a:defRPr>
            </a:pPr>
            <a:r>
              <a:t>💰 旅費・滞在費 見積もり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プラン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総額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1日あたり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宿泊レベル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🟢 予算（Budget）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¥250,000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¥3,470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シェアハウス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🟡 ミドル（Comfort）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¥400,000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¥5,560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Airbnb 1BR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🔴 贅沢（Premium）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¥550,000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¥7,640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高級コンド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ミドルプラン 費目別詳細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2004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55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費目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金額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航空券（往復）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¥63,735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宿泊（2ヶ月）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¥134,696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食費（72日）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¥180,000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交通費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¥14,400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SIM/eSIM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¥1,500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海外旅行保険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¥8,000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雑費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¥21,600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E85D0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¥466,331</a:t>
                      </a:r>
                    </a:p>
                  </a:txBody>
                  <a:tcPr>
                    <a:solidFill>
                      <a:srgbClr val="E85D0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</a:defRPr>
            </a:pPr>
            <a:r>
              <a:t>📅 2ヶ月間 滞在計画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371600"/>
            <a:ext cx="22860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371600"/>
            <a:ext cx="22860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週別スケジュール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7432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32509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期間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第1週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6/16〜6/22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到着・セットアップ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第2週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6/23〜6/29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生活リズム確立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第3週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6/30〜7/6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ローカル体験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第4週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7/7〜7/13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観光充実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第5週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7/14〜7/20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集中作業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第6週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7/21〜7/27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週末アクティビティ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第7週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7/28〜8/3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穴場探索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第8週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8/4〜8/10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お土産探し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第9週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8/11〜8/17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ラストスパート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r>
                        <a:t>第10週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8/18〜8/26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帰国準備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</a:defRPr>
            </a:pPr>
            <a:r>
              <a:t>🚃 往路ルート：妙典駅→成田空港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28600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妙典駅（T21）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05:14発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5D04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371600"/>
            <a:ext cx="228600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本八幡駅（BZ）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05:17着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5D04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228600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京成八幡駅（H07）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徒歩5分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5D04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371600"/>
            <a:ext cx="228600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成田空港駅（NRT）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06:42着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5D04"/>
                </a:solidFill>
              </a:defRPr>
            </a:pPr>
            <a:r>
              <a:t>⚠️ 注意事項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朝ラッシュ（6:30-8:30）は踏切閉塞1時間中31分間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京成本線 片道約¥1,200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約1時間28分で成田空港到着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</a:defRPr>
            </a:pPr>
            <a:r>
              <a:t>🚃 復路ルート：ペナン→成田空港→妙典駅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ペナン空港（PEN）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17:50発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5D04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371600"/>
            <a:ext cx="201168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シンガポール（SIN）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19:25着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5D04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371600"/>
            <a:ext cx="201168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シンガポール（SIN）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23:05発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5D04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371600"/>
            <a:ext cx="201168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成田空港（NRT）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07:05+1着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5D04"/>
                </a:solidFill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371600"/>
            <a:ext cx="201168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妙典駅（T21）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09:00頃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5D04"/>
                </a:solidFill>
              </a:defRPr>
            </a:pPr>
            <a:r>
              <a:t>⚠️ 復路のポイント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ペナン→シンガポール 1時間35分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シンガポール空港で3時間40分待機（Jewel散策可能）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シンガポール→成田 7時間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翌朝07:05成田着→JRで妙典駅まで約2時間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</a:defRPr>
            </a:pPr>
            <a:r>
              <a:t>✈️ 成田空港 第1ターミナル 南ウイング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フロア構造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5F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レストラン・ショップ・展望デッキ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4F</a:t>
                      </a:r>
                    </a:p>
                  </a:txBody>
                  <a:tcPr>
                    <a:solidFill>
                      <a:srgbClr val="E85D0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出発ロビー（チェックイン）← スクートは南ウイングIゾーン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出国審査 → 搭乗ゲート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到着ロビー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B1F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JR・京成 成田空港駅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スクート チェックインフロー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① 4F 南ウイング Iゾーン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② チェックインカウンター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③ 手荷物預け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④ 4F 保安検査場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⑤ 3F 出国審査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⑥ 3F 搭乗ゲート（約15分）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朝7時台の出国審査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手荷物検査：約10分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出国審査：約2分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搭乗ゲートまで：約15分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32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合計：約30分で搭乗ゲート到着可能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</a:defRPr>
            </a:pPr>
            <a:r>
              <a:t>🇸🇬 シンガポール乗り継ぎガイド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往路（6/16）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到着：14:35（チャンギ空港）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出発：19:55（同ターミナル）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待機時間：5時間20分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ターミナル：T1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復路（8/26）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到着：19:25（チャンギ空港）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出発：23:05（同ターミナル）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待機時間：3時間40分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ターミナル：T1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💎 散策スポット：Jewel Changi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世界最大級の室内庭園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フォール（滝）：高さ40m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免税店・レストラン多数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入場無料（一部有料施設あり）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5D04"/>
                </a:solidFill>
              </a:defRPr>
            </a:pPr>
            <a:r>
              <a:t>💡 乗り継ぎのコツ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SG Arrival Card: 空港から出ない場合は不要（トランジットのみ）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ターミナル内の電動カート利用可能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搭乗開始は出発40分前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</a:defRPr>
            </a:pPr>
            <a:r>
              <a:t>🇲🇾 ペナン到着後の流れ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① 入国審査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MDAC確認（事前提出済み）</a:t>
            </a:r>
            <a:br/>
            <a:r>
              <a:t>パスポート提示</a:t>
            </a:r>
            <a:br/>
            <a:r>
              <a:t>入国スタンプ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371600"/>
            <a:ext cx="2560320" cy="10972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手荷物受取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37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カウンター番号確認</a:t>
            </a:r>
            <a:br/>
            <a:r>
              <a:t>荷物到着待ち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2560320" cy="10972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③ カウンター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現地SIM購入可能</a:t>
            </a:r>
            <a:br/>
            <a:r>
              <a:t>両替コーナー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371600"/>
            <a:ext cx="2560320" cy="10972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④ Grab配車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737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アプリで配車</a:t>
            </a:r>
            <a:br/>
            <a:r>
              <a:t>RM15-20（¥470-630）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🚗 Grab バヤン・レパスへのアクセス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ペナン空港到着ロビー出口で配車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料金：RM15〜20（¥470〜630）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時間：約15分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43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宿泊先到着後、チェックイン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5D04"/>
                </a:solidFill>
              </a:defRPr>
            </a:pPr>
            <a:r>
              <a:t>📋 MDAC（Malaysia Digital Arrival Card）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申請URL：https://imigresen-online.imi.gov.my/mdac/main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到着72時間前までに提出必須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無料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パスポート情報・滞在先・渡航目的を入力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</a:defRPr>
            </a:pPr>
            <a:r>
              <a:t>🏠 宿泊先詳細：Bayan Lepas Airbnb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物件情報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名前：SPICE/FTZマスタールーム、専用トイレ＆駐車場付き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場所：マレーシア、ペナン、バヤン・レパス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評価：★4.55（レビュー11件）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チェックイン：2026/6/16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チェックアウト：2026/8/26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人数：1人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料金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通常料金：¥128,366/月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割引後：¥67,348/月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割引率：48%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2ヶ月合計：¥134,696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設備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✅ 仕事用スペース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✅ セルフチェックイン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✅ アイロン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✅ 無料駐車スペース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✅ プール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✅ ベッド1個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✅ 個室内のゲスト専用バスルーム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✅ ペナン国立公園の中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ホスト情報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ホスト名：Ckさん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ホスティング歴：7年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</a:defRPr>
            </a:pPr>
            <a:r>
              <a:t>💻 コワーキング・カフェ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コワーキングスペース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429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施設名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Wi-Fi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料金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エリア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MSOGO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500Mbps+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¥3,000/月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ジョージタウン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Common Ground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300Mbps+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¥2,500/月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ジョージタウン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The Coffee Commune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200Mbps+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ドリンクのみ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バヤン・レパス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おすすめカフェ（作業向き）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429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カフェ名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Wi-Fi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電源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住所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China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速い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あり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ジョージタウン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Satchworks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速い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あり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ジョージタウン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Macallum Connoisseurs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速い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あり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ジョージタウン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月〜金のルーティン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07:00 起床・朝食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08:00-12:00 コワーキング/カフェで作業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12:00-13:00 昼食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13:00-17:00 作業 or 観光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17:00-18:00 urchases（スーパー）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18:00-19:00 夕食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19:00-22:00 自由時間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22:00 就寝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</a:defRPr>
            </a:pPr>
            <a:r>
              <a:t>🍜 おすすめ飲食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ローカルフード（1食RM8〜15 / ¥250〜470）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81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料理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値段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おすすめ店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ペナン・ローク mee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RM8〜12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平安楼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アサム・ラクサ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RM8〜12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新峰肉骨茶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ナシ・レマ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RM8〜12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バーミーコーヒー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チキン・リース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RM10〜15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ナナバーミーコーヒー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ペナン・カレー・ミー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RM8〜12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月光バーミーコーヒー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レストラン（RM20〜50 / ¥630〜1,580）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429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店名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料理ジャンル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特徴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竹の子ベトナム料理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ベトナム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安くて美味しい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太興咖啡室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カンボジアン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カフェ併設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Red Garden Food Paradise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フードコート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多国籍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5D04"/>
                </a:solidFill>
              </a:defRPr>
            </a:pPr>
            <a:r>
              <a:t>💡 食事のコツ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朝食はバーミーコーヒーがおすすめ（ローカル定番）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663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夕食はナイトマーケットで Various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スーパーで食材を購入し、自炊も可能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タイ料理も人気（タイ国境近く）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</a:defRPr>
            </a:pPr>
            <a:r>
              <a:t>🏛️ おすすめ観光スポット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ジョージタウン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世界遺産の歴史地区</a:t>
            </a:r>
            <a:br/>
            <a:r>
              <a:t>美しい壁画が点在</a:t>
            </a:r>
            <a:br/>
            <a:r>
              <a:t>カフェ・ショップ多数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371600"/>
            <a:ext cx="2560320" cy="1371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ペナンヒル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標高833mの山</a:t>
            </a:r>
            <a:br/>
            <a:r>
              <a:t>標高833mの山</a:t>
            </a:r>
            <a:br/>
            <a:r>
              <a:t>ロープウェイで登山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2560320" cy="1371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バトゥーフェリンビーチ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ペナン最大のビーチ</a:t>
            </a:r>
            <a:br/>
            <a:r>
              <a:t>アクティビティ充実</a:t>
            </a:r>
            <a:br/>
            <a:r>
              <a:t>サンセットが美しい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371600"/>
            <a:ext cx="2560320" cy="1371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クライマス洞窟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仏教寺院</a:t>
            </a:r>
            <a:br/>
            <a:r>
              <a:t>洞窟の中にある寺院</a:t>
            </a:r>
            <a:br/>
            <a:r>
              <a:t>スリル満点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週末のおすすめアクティビティ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657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249381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期間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おすすめアクティビティ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r>
                        <a:t>第1週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ジョージタウン壁画巡り、ペナンヒル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t>第2週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バトゥーフェリンビーチ、海上マスジット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t>第3週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クライマス洞窟、ゴッテンテンプル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t>第4週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ペナン国立公園トレイル、バターワース散策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t>第5週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ケッピングNature Reserve、マーライ・パダー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t>第6週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ペナン・バトル・トラック、アーケードゲーム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t>第7週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タイ佛教寺院、中国寺院巡り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t>第8週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ペナン浮き市場、ローカルフードツアー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t>第9週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お土産探し、ラスト観光</a:t>
                      </a:r>
                    </a:p>
                  </a:txBody>
                  <a:tcPr/>
                </a:tc>
              </a:tr>
              <a:tr h="249390">
                <a:tc>
                  <a:txBody>
                    <a:bodyPr/>
                    <a:lstStyle/>
                    <a:p>
                      <a:r>
                        <a:t>第10週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帰国準備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</a:defRPr>
            </a:pPr>
            <a:r>
              <a:t>🧳 持ち物チェックリスト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衣服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Tシャツ（7枚）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半ズボン（4本）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長ズボン（1本）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羽織り（冷房対策）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水着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サンダル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スニーカー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56032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貴重品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パスポート（コピーも携帯）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航空券控え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保険証券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7889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クレジットカード（2枚以上）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現金（日本円・マレーシアリンギット）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371600"/>
            <a:ext cx="256032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電子機器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ノートPC＋充電器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スマホ＋充電ケーブル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モバイルバッテリー（10,000mAh〜）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7889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変換プラグ（Gタイプ）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371600"/>
            <a:ext cx="256032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日用品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常備薬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日焼け止め（SPF50+）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虫除けスプレー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7889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折りたたみ傘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5D04"/>
                </a:solidFill>
              </a:defRPr>
            </a:pPr>
            <a:r>
              <a:t>📋 出発前チェックリスト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パスポート（残存期間確認済み）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航空券（控え／スマホ画面可）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海外旅行保険証券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クレジットカード（2枚以上推奨）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現金（日本円・マレーシアリンギット）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ノートPC + 充電器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669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スマホ + 充電ケーブル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669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モバイルバッテリー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5669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変換プラグ（マレーシアはGタイプ）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989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常備薬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5989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日焼け止め・虫除け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989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□ 折りたたみ傘（雨季です）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🇲🇾 ペナンデジタルノマド 2ヶ月間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2026年6月16日（火）〜 8月26日（水）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✈️ 往復航空券：¥63,735（スクート）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🏠 宿泊：¥134,696（2ヶ月）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💰 総額：約¥400,000（ミドルプラン）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📍 場所：バヤン・レパス、ペナン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楽しいペナン生活を！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